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Posicionamiento: FlowSync PM no es otra herramienta de tareas — es una plataforma de gobernanza PMO completa, bilingüe, lista para organizaciones de cualquier industria.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el dolor real de la audiencia: consolidación manual, falta de visibilidad, herramientas que no hablan el idioma de una PMO.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pilares. Enfatizar: neutral por industria — sirve igual a salud, construcción, gobierno o servicios. La demo sigue este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subir un plan real (neutral), mostrar la extracción y aplicar sugerencias a Tareas / Riesgos / Decisiones con un clic. Este es el gancho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Probado con documentos reales de proveedores escaneados. Mostrar: subir PDF escaneado → texto reconocido → sugerencias aplicadas. Función exclusiva del plan Business en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Basado en prácticas estándar de la industria de gestión de proyectos. Recorrer las pestañas del proyecto en vivo si hay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pestaña de presupuesto y un reporte PDF generado. EVM diferencia a FlowSync de herramientas de tareas genéricas.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calor: excluye trabajo terminado/cancelado, marca tareas sin estimado, y agrupa lo no calendarizado como "Sin programar".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audiencias de TI/compliance: referir al documento "Business Information &amp; Security" del kit. La plataforma no está diseñada para almacenar PHI.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Precios en USD. Business: roles de gestión pagan $39; colaboradores en paquetes de 10 por $20. Enterprise: cotización personalizada, contrato y DPA propios.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ofrecer crear el workspace de prueba en la misma llamada. Siguiente paso concreto: sesión de importación del primer plan real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7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PMO bilingüe para la gestión de proyectos empresarial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· Importación inteligente · Valor Ganado (EVM) · EN / 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flowsyncpm.com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a día de una PMO hoy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atrapados en Excel y correo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PM mantiene su propia versión. Consolidar el estado del portafolio toma días.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ejecutiva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377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patrocinadores se enteran de los desvíos cuando ya es tarde para actuar.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69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genéricas sin gobernanza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de tareas que no entienden fases, riesgos, decisiones ni valor ganado.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3840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069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clave en papel o PDF escaneado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y contratos que nadie transcribe al plan del proyecto.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en una vista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65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y gobernanza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96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Fases, riesgos, issues, decisiones, aprobaciones y bitácora de auditoría en un solo lugar.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64592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6596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inteligente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65760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un plan en Word, Excel o PDF — la IA extrae tareas, riesgos y presupuesto listos para aplicar.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164592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6596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y finanzas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9224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ganado (CPI / SPI), presupuesto y reportes ejecutivos en PDF.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144000" y="164592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196596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Bilingüe EN / ES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932688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plataforma en español e inglés, por usuario.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un plan completo en minutos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el documento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3774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 o PDF — el plan tal como existe hoy.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lo interpreta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794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tareas, fases, riesgos, issues, decisiones y líneas de presupuesto.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46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4754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con un clic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212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sugerencias se convierten en elementos reales del proyecto, listos para gestionar.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"wow": de un documento estático a un proyecto vivo, sin transcribir nada a mano.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 documentos escaneados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2011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Cotizaciones, contratos y documentos en papel se convierten en datos accionables del proyecto.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4747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→ texto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óptico integrado, sin herramientas externas.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34747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PDF al plan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63440" y="4206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extraído fluye al mismo motor de sugerencias: tareas, riesgos, presupuesto.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34747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Business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12480" y="4206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15 páginas por documento y 200 páginas por mes.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nivel PMO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y metodología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Waterfall, Agile, Scrum o híbrido por proyecto.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e issues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66344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severidad, dueños y seguimiento.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y actas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decisiones con contexto y responsables.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aprobación por rol.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auditoría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344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hizo qué y cuándo, en todo el workspace.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portafolio y del proyecto en PDF.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ganado y finanzas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por proyecto, costos reales y desempeño de valor ganado — el lenguaje que hablan sus ejecutivos.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Planificado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7180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Ganado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1208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5236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costo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21945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92640" y="3063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cronograma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en PDF con un clic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estado del proyecto, presupuesto y valor ganado, listos para el comité directivo. Historial de reportes incluido.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120640"/>
            <a:ext cx="822960" cy="8229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carga de trabajo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de carga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45920" y="2194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 de un vistazo quién está sobreasignado y quién tiene capacidad.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por proyecto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64592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disponibilidad por miembro y por proyecto.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1772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592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restante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64592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carga se calcula sobre el trabajo pendiente real, no estimados estáticos.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control de acceso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granular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workspace y de proyecto: desde PMO Director hasta Cliente y Auditor.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empresarial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66344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con Microsoft Entra ID (Azure AD) y Google.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2FA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factor TOTP disponible para todas las cuentas.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 tránsito y cifrado en reposo (PostgreSQL gestionado en AWS us-east-1).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auditoría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344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acciones a nivel de workspace.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workspace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 validada por token en cada sesión.</a:t>
            </a:r>
            <a:endParaRPr lang="en-US" sz="12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502920"/>
            <a:ext cx="640080" cy="6400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PM  ·  flowsyncpm.com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simples y transparentes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meses completos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funciones Starter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 de crédito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a Starter al finalizar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0332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033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usuario / mes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03320" y="3246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y portafolio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inteligente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PDF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Bilingüe EN / 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379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rol pago / mes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3246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Starter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 escaneados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$20 por paquete de 10 colaboradores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avanzados de PMO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463040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7260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medida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7260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anual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72600" y="3246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directorio corporativo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personal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prioritario y términos propios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por factura NET-30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7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Empiece hoy — 2 meses gratis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6868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 de crédito. Importe su primer plan real el mismo día.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Enterprise: onboarding personal y acompañamiento de su primera implementación.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6868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flowsyncpm.com   ·   sales@flowsyncpm.com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2026-07-19T23:13:15Z</dcterms:created>
  <dcterms:modified xsi:type="dcterms:W3CDTF">2026-07-19T23:13:15Z</dcterms:modified>
</cp:coreProperties>
</file>