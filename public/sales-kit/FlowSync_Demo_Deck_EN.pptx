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Positioning: FlowSync PM is not another task tool — it is a complete, bilingual PMO governance platform, ready for organizations in any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with the audience’s real pain: manual consolidation, missing visibility, tools that do not speak PMO.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pillars. Emphasize: industry-neutral — equally at home in healthcare, construction, government, or services. The demo follows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upload a real (neutral) plan, show the extraction, and apply suggestions to Tasks / Risks / Decisions in one click. This is the main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 on real scanned vendor documents. Show: upload scanned PDF → recognized text → applied suggestions. A Business-plan-and-above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industry-standard project management practices. Walk the project tabs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budget tab and a generated PDF report. EVM sets FlowSync apart from generic task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 map: excludes done/cancelled work, flags unestimated tasks, and groups undated work as "Unscheduled".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IT/compliance audiences: point to the kit’s "Business Information &amp; Security" document. The platform is not intended to store PHI.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in USD. Business: management roles pay $39; contributors in bundles of 10 for $20. Enterprise: custom quote, own contract and DPA.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offer to create the trial workspace on the same call. Concrete next step: an import session with the customer’s first real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bilingual PMO platform for enterprise project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Smart import · Earned Value (EVM) · EN / 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flowsyncpm.com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PMO’s daily reality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trapped in Excel and email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PM keeps their own version. Consolidating portfolio status takes days.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executive visibility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377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learn about deviations when it is too late to act.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69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with no governance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boards that do not understand phases, risks, decisions, or earned value.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069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documents on paper or scanned PDFs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and contracts nobody transcribes into the project plan.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65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governance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risks, issues, decisions, approvals, and an audit log in one place.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659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import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65760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plan in Word, Excel, or PDF — AI extracts tasks, risks, and budget ready to apply.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6596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&amp; financials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9224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(CPI / SPI), budget, and executive PDF reports.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14400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196596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ES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932688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platform in English and Spanish, per user.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full plan in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document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or PDF — the plan exactly as it exists today.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interprets 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794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extracts tasks, phases, risks, issues, decisions, and budget lines.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one click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212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become real project items, ready to manage.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"wow" moment: from a static document to a living project, with nothing retyped by hand.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of scanned documents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2011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contracts, and paper documents become actionable project data.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4747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optical recognition, no external tools.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34747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to plan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6344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content flows into the same suggestions engine: tasks, risks, budget.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34747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Business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pages per document and 200 pages per month.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PMO-grade governance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&amp; methodology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Agile, Scrum, or hybrid per project.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issues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severity, owners, and tracking.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minutes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log with context and owners.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approval flows.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344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and when, across the workspace.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project status in PDF.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&amp; financials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budget, actual costs, and earned-value performance — the language your executives speak.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Value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7180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236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index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9264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reports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project status, budget, and earned value, ready for the steering committee. Report history included.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120640"/>
            <a:ext cx="822960" cy="8229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workload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heat 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2194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 a glance who is over-allocated and who has capacity.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allocation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64592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percentage per member and per project.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177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effort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4592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computed on real remaining work, not static estimates.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and project roles: from PMO Director to Client and Auditor.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with Microsoft Entra ID (Azure AD) and Google.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authentication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second factor available for all accounts.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 and encryption at rest (managed PostgreSQL in AWS us-east-1).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344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Workspace-level action log.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isolation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validated in the token on every session.</a:t>
            </a:r>
            <a:endParaRPr lang="en-US" sz="1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502920"/>
            <a:ext cx="640080" cy="6400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full months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Starter feature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Starter at the 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/ month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0332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portfolio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import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paid role / month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of scans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$20 per 10-contributor bundle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PMO roles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7260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726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7260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corporate directory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onboarding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SLA &amp; custom terms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NET-30 invoice billing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— 2 months free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Import your first real plan the same day.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Enterprise: personal onboarding and hands-on support for your first rollout.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flowsyncpm.com   ·   sales@flowsyncpm.com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2026-07-21T14:42:35Z</dcterms:created>
  <dcterms:modified xsi:type="dcterms:W3CDTF">2026-07-21T14:42:35Z</dcterms:modified>
</cp:coreProperties>
</file>